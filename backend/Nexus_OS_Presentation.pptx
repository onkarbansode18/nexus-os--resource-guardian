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310896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</a:defRPr>
            </a:pPr>
            <a:r>
              <a:t>OFFICIAL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NEXUS OS — RESOURCE GUARDIAN</a:t>
            </a:r>
          </a:p>
          <a:p>
            <a:pPr>
              <a:spcBef>
                <a:spcPts val="1000"/>
              </a:spcBef>
              <a:defRPr sz="1800">
                <a:solidFill>
                  <a:srgbClr val="10B981"/>
                </a:solidFill>
              </a:defRPr>
            </a:pPr>
            <a:r>
              <a:t>Autonomous AI System Telemetry &amp; Self-Healing Operating System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310896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023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⚡ Real-Time Telemetry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2-second sampling interval for CPU, RAM &amp; Disk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931920"/>
            <a:ext cx="310896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023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🧠 ML IsolationForest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Unsupervised anomaly detection &amp; predictive forecasting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310896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4023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🛡 Safe Guardrails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Protected OS blacklist &amp; instant SOC2 PDF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EXECUTIVE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Challenge of Uncontrolled System Exhaustion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Modern computer systems and servers suffer from silent performance degradation and abrupt crashes.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💥 Uncontrolled Resource Spikes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Software memory leaks or runaway background loops quickly consume 100% CPU or available RAM, leading to total OS unresponsiveness.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⏳ Slow Manual Intervention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Human administrators and users notice degradation only after system freeze occurs, when opening Task Manager is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21945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🛑 Risk of Collateral Damage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Manual process termination risks accidentally killing core system dependencies, triggering kernel panics or data corruption.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Nexus OS — Autonomous Health &amp; Self-Healing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Proactive, deterministic, and AI-assisted system protection that acts before failure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1. Proactive Telemetry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Continuous psutil monitoring tracks per-process CPU, memory allocation, and IO operations every 2s.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2. Machine Learning AI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IsolationForest algorithm evaluates anomaly contamination scores dynamically without pre-labeled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3. Immune Guardrails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Protected OS process blacklist guarantees critical drivers &amp; system files are never terminated.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0624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4. Executive Transparency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Live WebSockets dashboard paired with 1-click audit PDF reports for compliance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High-Level System Component &amp; Dataflow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Decoupled architecture connecting low-level OS telemetry with AI analytics and UI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0040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💻 Hardware &amp; OS Layer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psutil Telemetry Collector</a:t>
            </a:r>
            <a:br/>
            <a:r>
              <a:t>Windows / Linux OS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1828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⚡ FastAPI Core Service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Async REST Controllers</a:t>
            </a:r>
            <a:br/>
            <a:r>
              <a:t>WebSocket Metric Streamer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200400" cy="1828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194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🧠 ML Analytics Engine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Isolation Forest Model</a:t>
            </a:r>
            <a:br/>
            <a:r>
              <a:t>Linear / LSTM Forecaster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297680"/>
            <a:ext cx="320040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 Safety Guardrail Engine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Blacklist / Whitelist Verifier</a:t>
            </a:r>
            <a:br/>
            <a:r>
              <a:t>Simulation Mode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297680"/>
            <a:ext cx="3200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📊 React 19 Frontend Console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Live Dashboard &amp; Process Table</a:t>
            </a:r>
            <a:br/>
            <a:r>
              <a:t>1-Click Executive PDF Exporter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AUTOMATION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4-Step Self-Healing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Deterministic workflow ensuring complete safety before taking any automated system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21031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1: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Sampling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Real-time process tree, CPU %, RAM pages &amp; disk IO polled every 2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2377440"/>
            <a:ext cx="21031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2: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ML Scoring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IsolationForest calculates outlier contamination score for every active PID.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9456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21031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3: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Guardrails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Checks blacklist protection, simulation mode state, and maintenance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2194560"/>
            <a:ext cx="2468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2377440"/>
            <a:ext cx="21031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4: HEAL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Remediation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Executes non-destructive Renice / Throttle or graceful process restart.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Unsupervised Anomaly Detection &amp;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Isolation Forest ML engine identifies complex multi-variable system anomalies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🌲 Isolation Forest Model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Unsupervised machine learning that isolates anomalies instead of profiling normal points. Requires zero pre-labeled training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📈 10-Minute Predictive Horizon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Linear regression and time-series forecasting predict memory exhaustion up to 10 minutes before system crash.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🔄 Dynamic Model Auto-Tuning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Operator feedback on false positives dynamically recalibrates model contamination sensitivity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SAFETY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Deterministic Operating Policies &amp; Immunity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Multi-layered safety boundaries guarantee that system-critical operations remain untouched.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🛡 Protected System Blacklist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Hardened immunity list covering systemd, explorer.exe, python, and uvicorn. Immune to auto-termination.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🧪 Simulation Mode Switch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Safe dry-run operating mode where AI logs all healing decisions without making real system modifications.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⏰ Maintenance Window Schedules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Time-based exemption policies (e.g. 02:00–04:00 AM) permitting heavy batch operations during off-peak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Modern Decoupled Software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Built with industry-standard, high-performance web and data science frameworks.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Frontend UI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React 19, TypeScript, Vite, TailwindCSS, Recharts, jsPDF + html2canvas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Backend Services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Python 3.11+, FastAPI (Async), WebSockets, SQLAlchemy, Uvicorn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Machine Learning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Scikit-Learn (IsolationForest), Statsmodels, NumPy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0624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OS Integration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psutil, Windows Win32 API / Linux POSIX process controllers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AUDIT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PDF &amp; SOC2 Compliance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Comprehensive diagnostic reports with cryptographic verification signatures.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📊 Live Web Console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Interactive per-process telemetry tables, slide-over drawer, and real-time metric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📄 1-Click Executive PDF Export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Formatted multi-page PDF documents containing vitals, guardrail states, and anomaly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🔒 SHA-256 Digest Signature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Cryptographic signature embedded on every generated report for audit compliance verifiability.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Business Impact &amp; Value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Transforming system maintenance from reactive emergency firefighting to autonomous stability.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Traditional Manual Operation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Nexus OS Resource Guardian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Response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Minutes to hours (after system freezes)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Under 2 seconds (Autonomous)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Problem Prevention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Reactive (fixes after system crash)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Proactive (10-min predictive horizon)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System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High risk of manual operator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Deterministic immunity blacklist guardrails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Governance &amp;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Fragmented raw text logs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Formatted PDF report with SHA-256 signature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